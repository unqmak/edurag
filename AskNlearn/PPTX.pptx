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90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526C5C-D6EF-4DC8-ABC3-E7B95781857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0E7A2E-6D8F-4991-AC5B-DD2D12C448D4}">
      <dgm:prSet/>
      <dgm:spPr/>
      <dgm:t>
        <a:bodyPr/>
        <a:lstStyle/>
        <a:p>
          <a:r>
            <a:rPr lang="en-US"/>
            <a:t>Universities manage vast amounts of knowledge stored across PDFs, text files, and documents.</a:t>
          </a:r>
        </a:p>
      </dgm:t>
    </dgm:pt>
    <dgm:pt modelId="{AB53DD22-7E88-4E96-8CE3-2C51D1A1EC5C}" type="parTrans" cxnId="{1AAF04B0-2CA6-4DC9-A0BF-F11A008EEEBF}">
      <dgm:prSet/>
      <dgm:spPr/>
      <dgm:t>
        <a:bodyPr/>
        <a:lstStyle/>
        <a:p>
          <a:endParaRPr lang="en-US"/>
        </a:p>
      </dgm:t>
    </dgm:pt>
    <dgm:pt modelId="{E35D667C-CED0-4432-93F5-0372F1E1785E}" type="sibTrans" cxnId="{1AAF04B0-2CA6-4DC9-A0BF-F11A008EEEBF}">
      <dgm:prSet/>
      <dgm:spPr/>
      <dgm:t>
        <a:bodyPr/>
        <a:lstStyle/>
        <a:p>
          <a:endParaRPr lang="en-US"/>
        </a:p>
      </dgm:t>
    </dgm:pt>
    <dgm:pt modelId="{D576A77C-943C-4CB4-B5BD-08957A6A575D}">
      <dgm:prSet/>
      <dgm:spPr/>
      <dgm:t>
        <a:bodyPr/>
        <a:lstStyle/>
        <a:p>
          <a:r>
            <a:rPr lang="en-US"/>
            <a:t>Retrieving information quickly for students and faculty is challenging.</a:t>
          </a:r>
        </a:p>
      </dgm:t>
    </dgm:pt>
    <dgm:pt modelId="{232F5998-91D1-4E99-99B8-E716DFB833A3}" type="parTrans" cxnId="{0A1BCA82-0EF7-437F-A775-D6CED270CE77}">
      <dgm:prSet/>
      <dgm:spPr/>
      <dgm:t>
        <a:bodyPr/>
        <a:lstStyle/>
        <a:p>
          <a:endParaRPr lang="en-US"/>
        </a:p>
      </dgm:t>
    </dgm:pt>
    <dgm:pt modelId="{04D5BDDF-457A-403A-843B-99F7D86F6F23}" type="sibTrans" cxnId="{0A1BCA82-0EF7-437F-A775-D6CED270CE77}">
      <dgm:prSet/>
      <dgm:spPr/>
      <dgm:t>
        <a:bodyPr/>
        <a:lstStyle/>
        <a:p>
          <a:endParaRPr lang="en-US"/>
        </a:p>
      </dgm:t>
    </dgm:pt>
    <dgm:pt modelId="{F51CFCBC-2D11-4973-8635-DB16E39FA092}">
      <dgm:prSet/>
      <dgm:spPr/>
      <dgm:t>
        <a:bodyPr/>
        <a:lstStyle/>
        <a:p>
          <a:r>
            <a:rPr lang="en-US"/>
            <a:t>Lack of efficient tools leads to wasted time and productivity.</a:t>
          </a:r>
        </a:p>
      </dgm:t>
    </dgm:pt>
    <dgm:pt modelId="{EB61585A-A047-4EBE-AF33-2F864E470C28}" type="parTrans" cxnId="{DD555897-CA56-4F88-AAAD-B10F353252E7}">
      <dgm:prSet/>
      <dgm:spPr/>
      <dgm:t>
        <a:bodyPr/>
        <a:lstStyle/>
        <a:p>
          <a:endParaRPr lang="en-US"/>
        </a:p>
      </dgm:t>
    </dgm:pt>
    <dgm:pt modelId="{56D9319D-3E17-49D2-8F04-9DA64261C285}" type="sibTrans" cxnId="{DD555897-CA56-4F88-AAAD-B10F353252E7}">
      <dgm:prSet/>
      <dgm:spPr/>
      <dgm:t>
        <a:bodyPr/>
        <a:lstStyle/>
        <a:p>
          <a:endParaRPr lang="en-US"/>
        </a:p>
      </dgm:t>
    </dgm:pt>
    <dgm:pt modelId="{62632E51-4466-4408-8D60-35E8324AE6B1}" type="pres">
      <dgm:prSet presAssocID="{D9526C5C-D6EF-4DC8-ABC3-E7B957818574}" presName="outerComposite" presStyleCnt="0">
        <dgm:presLayoutVars>
          <dgm:chMax val="5"/>
          <dgm:dir/>
          <dgm:resizeHandles val="exact"/>
        </dgm:presLayoutVars>
      </dgm:prSet>
      <dgm:spPr/>
    </dgm:pt>
    <dgm:pt modelId="{D936A941-379A-4B3F-8DF3-94C8D7694A1E}" type="pres">
      <dgm:prSet presAssocID="{D9526C5C-D6EF-4DC8-ABC3-E7B957818574}" presName="dummyMaxCanvas" presStyleCnt="0">
        <dgm:presLayoutVars/>
      </dgm:prSet>
      <dgm:spPr/>
    </dgm:pt>
    <dgm:pt modelId="{471B9514-E517-492F-9D32-6CEF30501966}" type="pres">
      <dgm:prSet presAssocID="{D9526C5C-D6EF-4DC8-ABC3-E7B957818574}" presName="ThreeNodes_1" presStyleLbl="node1" presStyleIdx="0" presStyleCnt="3">
        <dgm:presLayoutVars>
          <dgm:bulletEnabled val="1"/>
        </dgm:presLayoutVars>
      </dgm:prSet>
      <dgm:spPr/>
    </dgm:pt>
    <dgm:pt modelId="{63EBD0D1-48FB-410B-89C8-3032A1EB0130}" type="pres">
      <dgm:prSet presAssocID="{D9526C5C-D6EF-4DC8-ABC3-E7B957818574}" presName="ThreeNodes_2" presStyleLbl="node1" presStyleIdx="1" presStyleCnt="3">
        <dgm:presLayoutVars>
          <dgm:bulletEnabled val="1"/>
        </dgm:presLayoutVars>
      </dgm:prSet>
      <dgm:spPr/>
    </dgm:pt>
    <dgm:pt modelId="{C0130A63-C7D5-4F66-BC77-1EDAA2DE800D}" type="pres">
      <dgm:prSet presAssocID="{D9526C5C-D6EF-4DC8-ABC3-E7B957818574}" presName="ThreeNodes_3" presStyleLbl="node1" presStyleIdx="2" presStyleCnt="3">
        <dgm:presLayoutVars>
          <dgm:bulletEnabled val="1"/>
        </dgm:presLayoutVars>
      </dgm:prSet>
      <dgm:spPr/>
    </dgm:pt>
    <dgm:pt modelId="{920B2AD1-EE6F-4285-B24A-C0B0765A9BC5}" type="pres">
      <dgm:prSet presAssocID="{D9526C5C-D6EF-4DC8-ABC3-E7B957818574}" presName="ThreeConn_1-2" presStyleLbl="fgAccFollowNode1" presStyleIdx="0" presStyleCnt="2">
        <dgm:presLayoutVars>
          <dgm:bulletEnabled val="1"/>
        </dgm:presLayoutVars>
      </dgm:prSet>
      <dgm:spPr/>
    </dgm:pt>
    <dgm:pt modelId="{1743130D-AB48-4B01-857D-21A9CD6C91B6}" type="pres">
      <dgm:prSet presAssocID="{D9526C5C-D6EF-4DC8-ABC3-E7B957818574}" presName="ThreeConn_2-3" presStyleLbl="fgAccFollowNode1" presStyleIdx="1" presStyleCnt="2">
        <dgm:presLayoutVars>
          <dgm:bulletEnabled val="1"/>
        </dgm:presLayoutVars>
      </dgm:prSet>
      <dgm:spPr/>
    </dgm:pt>
    <dgm:pt modelId="{5C62B517-02E1-4C6E-8A26-006559EEB696}" type="pres">
      <dgm:prSet presAssocID="{D9526C5C-D6EF-4DC8-ABC3-E7B957818574}" presName="ThreeNodes_1_text" presStyleLbl="node1" presStyleIdx="2" presStyleCnt="3">
        <dgm:presLayoutVars>
          <dgm:bulletEnabled val="1"/>
        </dgm:presLayoutVars>
      </dgm:prSet>
      <dgm:spPr/>
    </dgm:pt>
    <dgm:pt modelId="{94E7EF65-2FCB-476D-9959-4DD718270591}" type="pres">
      <dgm:prSet presAssocID="{D9526C5C-D6EF-4DC8-ABC3-E7B957818574}" presName="ThreeNodes_2_text" presStyleLbl="node1" presStyleIdx="2" presStyleCnt="3">
        <dgm:presLayoutVars>
          <dgm:bulletEnabled val="1"/>
        </dgm:presLayoutVars>
      </dgm:prSet>
      <dgm:spPr/>
    </dgm:pt>
    <dgm:pt modelId="{F6E85962-9011-4F6F-AA59-7162019EF323}" type="pres">
      <dgm:prSet presAssocID="{D9526C5C-D6EF-4DC8-ABC3-E7B95781857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123203-AE7A-4679-806F-971AEB49FE9C}" type="presOf" srcId="{04D5BDDF-457A-403A-843B-99F7D86F6F23}" destId="{1743130D-AB48-4B01-857D-21A9CD6C91B6}" srcOrd="0" destOrd="0" presId="urn:microsoft.com/office/officeart/2005/8/layout/vProcess5"/>
    <dgm:cxn modelId="{BCF9AE23-9F5F-4B7D-9E1E-60BDB9B7B8D7}" type="presOf" srcId="{F51CFCBC-2D11-4973-8635-DB16E39FA092}" destId="{C0130A63-C7D5-4F66-BC77-1EDAA2DE800D}" srcOrd="0" destOrd="0" presId="urn:microsoft.com/office/officeart/2005/8/layout/vProcess5"/>
    <dgm:cxn modelId="{9C57343B-2D8E-4BBC-A2D4-651E9F40E99B}" type="presOf" srcId="{F51CFCBC-2D11-4973-8635-DB16E39FA092}" destId="{F6E85962-9011-4F6F-AA59-7162019EF323}" srcOrd="1" destOrd="0" presId="urn:microsoft.com/office/officeart/2005/8/layout/vProcess5"/>
    <dgm:cxn modelId="{B8BF443D-C540-440C-8E52-1F78B4AC30AB}" type="presOf" srcId="{B60E7A2E-6D8F-4991-AC5B-DD2D12C448D4}" destId="{471B9514-E517-492F-9D32-6CEF30501966}" srcOrd="0" destOrd="0" presId="urn:microsoft.com/office/officeart/2005/8/layout/vProcess5"/>
    <dgm:cxn modelId="{DF93C67F-605D-425C-8CD4-E940AE17BF7C}" type="presOf" srcId="{E35D667C-CED0-4432-93F5-0372F1E1785E}" destId="{920B2AD1-EE6F-4285-B24A-C0B0765A9BC5}" srcOrd="0" destOrd="0" presId="urn:microsoft.com/office/officeart/2005/8/layout/vProcess5"/>
    <dgm:cxn modelId="{0A1BCA82-0EF7-437F-A775-D6CED270CE77}" srcId="{D9526C5C-D6EF-4DC8-ABC3-E7B957818574}" destId="{D576A77C-943C-4CB4-B5BD-08957A6A575D}" srcOrd="1" destOrd="0" parTransId="{232F5998-91D1-4E99-99B8-E716DFB833A3}" sibTransId="{04D5BDDF-457A-403A-843B-99F7D86F6F23}"/>
    <dgm:cxn modelId="{DD555897-CA56-4F88-AAAD-B10F353252E7}" srcId="{D9526C5C-D6EF-4DC8-ABC3-E7B957818574}" destId="{F51CFCBC-2D11-4973-8635-DB16E39FA092}" srcOrd="2" destOrd="0" parTransId="{EB61585A-A047-4EBE-AF33-2F864E470C28}" sibTransId="{56D9319D-3E17-49D2-8F04-9DA64261C285}"/>
    <dgm:cxn modelId="{F90A8D99-2FC5-4D46-92E2-88AA915839F1}" type="presOf" srcId="{D9526C5C-D6EF-4DC8-ABC3-E7B957818574}" destId="{62632E51-4466-4408-8D60-35E8324AE6B1}" srcOrd="0" destOrd="0" presId="urn:microsoft.com/office/officeart/2005/8/layout/vProcess5"/>
    <dgm:cxn modelId="{1AAF04B0-2CA6-4DC9-A0BF-F11A008EEEBF}" srcId="{D9526C5C-D6EF-4DC8-ABC3-E7B957818574}" destId="{B60E7A2E-6D8F-4991-AC5B-DD2D12C448D4}" srcOrd="0" destOrd="0" parTransId="{AB53DD22-7E88-4E96-8CE3-2C51D1A1EC5C}" sibTransId="{E35D667C-CED0-4432-93F5-0372F1E1785E}"/>
    <dgm:cxn modelId="{EE9DAEDA-5437-40C5-A678-CF48A38C3F68}" type="presOf" srcId="{B60E7A2E-6D8F-4991-AC5B-DD2D12C448D4}" destId="{5C62B517-02E1-4C6E-8A26-006559EEB696}" srcOrd="1" destOrd="0" presId="urn:microsoft.com/office/officeart/2005/8/layout/vProcess5"/>
    <dgm:cxn modelId="{D24210E6-0F34-477D-9751-F1DF9BE3707A}" type="presOf" srcId="{D576A77C-943C-4CB4-B5BD-08957A6A575D}" destId="{94E7EF65-2FCB-476D-9959-4DD718270591}" srcOrd="1" destOrd="0" presId="urn:microsoft.com/office/officeart/2005/8/layout/vProcess5"/>
    <dgm:cxn modelId="{19535EF9-E3ED-4D96-BD83-05DA70067757}" type="presOf" srcId="{D576A77C-943C-4CB4-B5BD-08957A6A575D}" destId="{63EBD0D1-48FB-410B-89C8-3032A1EB0130}" srcOrd="0" destOrd="0" presId="urn:microsoft.com/office/officeart/2005/8/layout/vProcess5"/>
    <dgm:cxn modelId="{FD85B63B-BD94-43AC-A0E3-C2070EB8B84C}" type="presParOf" srcId="{62632E51-4466-4408-8D60-35E8324AE6B1}" destId="{D936A941-379A-4B3F-8DF3-94C8D7694A1E}" srcOrd="0" destOrd="0" presId="urn:microsoft.com/office/officeart/2005/8/layout/vProcess5"/>
    <dgm:cxn modelId="{F8950181-0C8C-4D11-9963-510F9973B8B0}" type="presParOf" srcId="{62632E51-4466-4408-8D60-35E8324AE6B1}" destId="{471B9514-E517-492F-9D32-6CEF30501966}" srcOrd="1" destOrd="0" presId="urn:microsoft.com/office/officeart/2005/8/layout/vProcess5"/>
    <dgm:cxn modelId="{515E75F8-83E7-47C5-910F-3CBDCC50D5F9}" type="presParOf" srcId="{62632E51-4466-4408-8D60-35E8324AE6B1}" destId="{63EBD0D1-48FB-410B-89C8-3032A1EB0130}" srcOrd="2" destOrd="0" presId="urn:microsoft.com/office/officeart/2005/8/layout/vProcess5"/>
    <dgm:cxn modelId="{FBB20684-C8D4-4E9F-AC81-76B4CC796BF1}" type="presParOf" srcId="{62632E51-4466-4408-8D60-35E8324AE6B1}" destId="{C0130A63-C7D5-4F66-BC77-1EDAA2DE800D}" srcOrd="3" destOrd="0" presId="urn:microsoft.com/office/officeart/2005/8/layout/vProcess5"/>
    <dgm:cxn modelId="{9FCBFEC5-18F1-4FB1-B421-4910746D88C4}" type="presParOf" srcId="{62632E51-4466-4408-8D60-35E8324AE6B1}" destId="{920B2AD1-EE6F-4285-B24A-C0B0765A9BC5}" srcOrd="4" destOrd="0" presId="urn:microsoft.com/office/officeart/2005/8/layout/vProcess5"/>
    <dgm:cxn modelId="{864996C4-E3C4-4729-8A5D-470F665AD8B9}" type="presParOf" srcId="{62632E51-4466-4408-8D60-35E8324AE6B1}" destId="{1743130D-AB48-4B01-857D-21A9CD6C91B6}" srcOrd="5" destOrd="0" presId="urn:microsoft.com/office/officeart/2005/8/layout/vProcess5"/>
    <dgm:cxn modelId="{4908AE93-C3A6-4EBD-B754-0DFB01556A0F}" type="presParOf" srcId="{62632E51-4466-4408-8D60-35E8324AE6B1}" destId="{5C62B517-02E1-4C6E-8A26-006559EEB696}" srcOrd="6" destOrd="0" presId="urn:microsoft.com/office/officeart/2005/8/layout/vProcess5"/>
    <dgm:cxn modelId="{2BF73FAA-F0DB-4294-8ADD-55E7576160A7}" type="presParOf" srcId="{62632E51-4466-4408-8D60-35E8324AE6B1}" destId="{94E7EF65-2FCB-476D-9959-4DD718270591}" srcOrd="7" destOrd="0" presId="urn:microsoft.com/office/officeart/2005/8/layout/vProcess5"/>
    <dgm:cxn modelId="{5DDA4148-926B-4B5E-B209-A2D07BB0203B}" type="presParOf" srcId="{62632E51-4466-4408-8D60-35E8324AE6B1}" destId="{F6E85962-9011-4F6F-AA59-7162019EF32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54E233-4F34-4FB3-8F8B-195872A173A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ECA0EBE-D0B4-45F5-AB7B-896A135A8B4F}">
      <dgm:prSet/>
      <dgm:spPr/>
      <dgm:t>
        <a:bodyPr/>
        <a:lstStyle/>
        <a:p>
          <a:pPr>
            <a:defRPr cap="all"/>
          </a:pPr>
          <a:r>
            <a:rPr lang="en-US"/>
            <a:t>1. RAG combines retrieval of relevant data with generative models for precise answers.</a:t>
          </a:r>
        </a:p>
      </dgm:t>
    </dgm:pt>
    <dgm:pt modelId="{E71F073C-AD43-4B46-82D1-6FEDD604F429}" type="parTrans" cxnId="{7520B96C-9211-4367-AC7B-0F00D648B4B6}">
      <dgm:prSet/>
      <dgm:spPr/>
      <dgm:t>
        <a:bodyPr/>
        <a:lstStyle/>
        <a:p>
          <a:endParaRPr lang="en-US"/>
        </a:p>
      </dgm:t>
    </dgm:pt>
    <dgm:pt modelId="{4A0CCF26-803A-42E9-ABC0-84876BFAF774}" type="sibTrans" cxnId="{7520B96C-9211-4367-AC7B-0F00D648B4B6}">
      <dgm:prSet/>
      <dgm:spPr/>
      <dgm:t>
        <a:bodyPr/>
        <a:lstStyle/>
        <a:p>
          <a:endParaRPr lang="en-US"/>
        </a:p>
      </dgm:t>
    </dgm:pt>
    <dgm:pt modelId="{A4EC66FE-9D7B-481D-BE6D-DC628ABCBE30}">
      <dgm:prSet/>
      <dgm:spPr/>
      <dgm:t>
        <a:bodyPr/>
        <a:lstStyle/>
        <a:p>
          <a:pPr>
            <a:defRPr cap="all"/>
          </a:pPr>
          <a:r>
            <a:rPr lang="en-US"/>
            <a:t>2. Provides quick, context-based responses to queries.</a:t>
          </a:r>
        </a:p>
      </dgm:t>
    </dgm:pt>
    <dgm:pt modelId="{05AD764C-D407-4BD6-9074-3B8F1C7D6128}" type="parTrans" cxnId="{EB934375-E105-450E-9275-CF2AF8DC837A}">
      <dgm:prSet/>
      <dgm:spPr/>
      <dgm:t>
        <a:bodyPr/>
        <a:lstStyle/>
        <a:p>
          <a:endParaRPr lang="en-US"/>
        </a:p>
      </dgm:t>
    </dgm:pt>
    <dgm:pt modelId="{ADB0C7F1-1B32-4041-94DD-89BFD5A0FCCF}" type="sibTrans" cxnId="{EB934375-E105-450E-9275-CF2AF8DC837A}">
      <dgm:prSet/>
      <dgm:spPr/>
      <dgm:t>
        <a:bodyPr/>
        <a:lstStyle/>
        <a:p>
          <a:endParaRPr lang="en-US"/>
        </a:p>
      </dgm:t>
    </dgm:pt>
    <dgm:pt modelId="{86A2FF9E-FF36-45A4-B58C-B7648B6485E7}">
      <dgm:prSet/>
      <dgm:spPr/>
      <dgm:t>
        <a:bodyPr/>
        <a:lstStyle/>
        <a:p>
          <a:pPr>
            <a:defRPr cap="all"/>
          </a:pPr>
          <a:r>
            <a:rPr lang="en-US"/>
            <a:t>3. Reduces manual search efforts for students and professors.</a:t>
          </a:r>
        </a:p>
      </dgm:t>
    </dgm:pt>
    <dgm:pt modelId="{8CE96586-992E-42A4-B3E4-567D89B8D8BC}" type="parTrans" cxnId="{B87C96F0-5A61-4A9F-BD05-2C49E0B64956}">
      <dgm:prSet/>
      <dgm:spPr/>
      <dgm:t>
        <a:bodyPr/>
        <a:lstStyle/>
        <a:p>
          <a:endParaRPr lang="en-US"/>
        </a:p>
      </dgm:t>
    </dgm:pt>
    <dgm:pt modelId="{841307E5-DF75-4C9F-9381-F01FA6B4C1A6}" type="sibTrans" cxnId="{B87C96F0-5A61-4A9F-BD05-2C49E0B64956}">
      <dgm:prSet/>
      <dgm:spPr/>
      <dgm:t>
        <a:bodyPr/>
        <a:lstStyle/>
        <a:p>
          <a:endParaRPr lang="en-US"/>
        </a:p>
      </dgm:t>
    </dgm:pt>
    <dgm:pt modelId="{47BECE50-FCF2-435B-A2DD-754C9C35C9C6}" type="pres">
      <dgm:prSet presAssocID="{DC54E233-4F34-4FB3-8F8B-195872A173A0}" presName="root" presStyleCnt="0">
        <dgm:presLayoutVars>
          <dgm:dir/>
          <dgm:resizeHandles val="exact"/>
        </dgm:presLayoutVars>
      </dgm:prSet>
      <dgm:spPr/>
    </dgm:pt>
    <dgm:pt modelId="{CD8E0F64-EB58-43E3-A508-F2093AC60E5F}" type="pres">
      <dgm:prSet presAssocID="{EECA0EBE-D0B4-45F5-AB7B-896A135A8B4F}" presName="compNode" presStyleCnt="0"/>
      <dgm:spPr/>
    </dgm:pt>
    <dgm:pt modelId="{152D2EF7-E0A7-4328-9B34-AA8CBF7DB173}" type="pres">
      <dgm:prSet presAssocID="{EECA0EBE-D0B4-45F5-AB7B-896A135A8B4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7153748-2745-49EE-BC55-681D13332C0D}" type="pres">
      <dgm:prSet presAssocID="{EECA0EBE-D0B4-45F5-AB7B-896A135A8B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C980FF2-8284-4B17-A00F-0C3003E7C991}" type="pres">
      <dgm:prSet presAssocID="{EECA0EBE-D0B4-45F5-AB7B-896A135A8B4F}" presName="spaceRect" presStyleCnt="0"/>
      <dgm:spPr/>
    </dgm:pt>
    <dgm:pt modelId="{454F0BDF-B2A8-41FB-A82B-FEBB870D8E9D}" type="pres">
      <dgm:prSet presAssocID="{EECA0EBE-D0B4-45F5-AB7B-896A135A8B4F}" presName="textRect" presStyleLbl="revTx" presStyleIdx="0" presStyleCnt="3">
        <dgm:presLayoutVars>
          <dgm:chMax val="1"/>
          <dgm:chPref val="1"/>
        </dgm:presLayoutVars>
      </dgm:prSet>
      <dgm:spPr/>
    </dgm:pt>
    <dgm:pt modelId="{A9E324EC-ADE8-4F84-9A96-B74594EFFE62}" type="pres">
      <dgm:prSet presAssocID="{4A0CCF26-803A-42E9-ABC0-84876BFAF774}" presName="sibTrans" presStyleCnt="0"/>
      <dgm:spPr/>
    </dgm:pt>
    <dgm:pt modelId="{15B6C227-119B-482E-BC3D-AB8C9951EAE0}" type="pres">
      <dgm:prSet presAssocID="{A4EC66FE-9D7B-481D-BE6D-DC628ABCBE30}" presName="compNode" presStyleCnt="0"/>
      <dgm:spPr/>
    </dgm:pt>
    <dgm:pt modelId="{778DD9A2-7C10-4696-A7B8-C3DEC22CF912}" type="pres">
      <dgm:prSet presAssocID="{A4EC66FE-9D7B-481D-BE6D-DC628ABCBE3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A2EABD8-6A7C-4474-B07D-C35202AE58B3}" type="pres">
      <dgm:prSet presAssocID="{A4EC66FE-9D7B-481D-BE6D-DC628ABCBE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5850683-CA45-4A89-BD8E-A38F424B52A6}" type="pres">
      <dgm:prSet presAssocID="{A4EC66FE-9D7B-481D-BE6D-DC628ABCBE30}" presName="spaceRect" presStyleCnt="0"/>
      <dgm:spPr/>
    </dgm:pt>
    <dgm:pt modelId="{FAA02AF3-C449-42A3-B1D8-965D611442CD}" type="pres">
      <dgm:prSet presAssocID="{A4EC66FE-9D7B-481D-BE6D-DC628ABCBE30}" presName="textRect" presStyleLbl="revTx" presStyleIdx="1" presStyleCnt="3">
        <dgm:presLayoutVars>
          <dgm:chMax val="1"/>
          <dgm:chPref val="1"/>
        </dgm:presLayoutVars>
      </dgm:prSet>
      <dgm:spPr/>
    </dgm:pt>
    <dgm:pt modelId="{187A0311-A670-4A0F-8EFC-1C7A22541B53}" type="pres">
      <dgm:prSet presAssocID="{ADB0C7F1-1B32-4041-94DD-89BFD5A0FCCF}" presName="sibTrans" presStyleCnt="0"/>
      <dgm:spPr/>
    </dgm:pt>
    <dgm:pt modelId="{CCE345CB-7228-401E-97CD-CC9D73DF175B}" type="pres">
      <dgm:prSet presAssocID="{86A2FF9E-FF36-45A4-B58C-B7648B6485E7}" presName="compNode" presStyleCnt="0"/>
      <dgm:spPr/>
    </dgm:pt>
    <dgm:pt modelId="{09B1A6CD-5FE2-4BA3-BC6D-5531093440EC}" type="pres">
      <dgm:prSet presAssocID="{86A2FF9E-FF36-45A4-B58C-B7648B6485E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1EC99F3-02C2-47F4-9446-3F65DAA9FFAC}" type="pres">
      <dgm:prSet presAssocID="{86A2FF9E-FF36-45A4-B58C-B7648B6485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13A356F7-A966-4558-B716-CE2CC7E2C71B}" type="pres">
      <dgm:prSet presAssocID="{86A2FF9E-FF36-45A4-B58C-B7648B6485E7}" presName="spaceRect" presStyleCnt="0"/>
      <dgm:spPr/>
    </dgm:pt>
    <dgm:pt modelId="{B4224796-5A4F-4A6E-82CB-50D3BCB7D195}" type="pres">
      <dgm:prSet presAssocID="{86A2FF9E-FF36-45A4-B58C-B7648B6485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81FEE64-BDB1-4DFD-B26A-758447F1979D}" type="presOf" srcId="{EECA0EBE-D0B4-45F5-AB7B-896A135A8B4F}" destId="{454F0BDF-B2A8-41FB-A82B-FEBB870D8E9D}" srcOrd="0" destOrd="0" presId="urn:microsoft.com/office/officeart/2018/5/layout/IconLeafLabelList"/>
    <dgm:cxn modelId="{7520B96C-9211-4367-AC7B-0F00D648B4B6}" srcId="{DC54E233-4F34-4FB3-8F8B-195872A173A0}" destId="{EECA0EBE-D0B4-45F5-AB7B-896A135A8B4F}" srcOrd="0" destOrd="0" parTransId="{E71F073C-AD43-4B46-82D1-6FEDD604F429}" sibTransId="{4A0CCF26-803A-42E9-ABC0-84876BFAF774}"/>
    <dgm:cxn modelId="{EB934375-E105-450E-9275-CF2AF8DC837A}" srcId="{DC54E233-4F34-4FB3-8F8B-195872A173A0}" destId="{A4EC66FE-9D7B-481D-BE6D-DC628ABCBE30}" srcOrd="1" destOrd="0" parTransId="{05AD764C-D407-4BD6-9074-3B8F1C7D6128}" sibTransId="{ADB0C7F1-1B32-4041-94DD-89BFD5A0FCCF}"/>
    <dgm:cxn modelId="{D8008AB7-B34F-4489-B09D-DFCDCD32C202}" type="presOf" srcId="{86A2FF9E-FF36-45A4-B58C-B7648B6485E7}" destId="{B4224796-5A4F-4A6E-82CB-50D3BCB7D195}" srcOrd="0" destOrd="0" presId="urn:microsoft.com/office/officeart/2018/5/layout/IconLeafLabelList"/>
    <dgm:cxn modelId="{0A2786BD-5A85-4115-A485-B3A088F2A72E}" type="presOf" srcId="{DC54E233-4F34-4FB3-8F8B-195872A173A0}" destId="{47BECE50-FCF2-435B-A2DD-754C9C35C9C6}" srcOrd="0" destOrd="0" presId="urn:microsoft.com/office/officeart/2018/5/layout/IconLeafLabelList"/>
    <dgm:cxn modelId="{E40143E6-26D9-4F4D-A136-748DAB9ABBF4}" type="presOf" srcId="{A4EC66FE-9D7B-481D-BE6D-DC628ABCBE30}" destId="{FAA02AF3-C449-42A3-B1D8-965D611442CD}" srcOrd="0" destOrd="0" presId="urn:microsoft.com/office/officeart/2018/5/layout/IconLeafLabelList"/>
    <dgm:cxn modelId="{B87C96F0-5A61-4A9F-BD05-2C49E0B64956}" srcId="{DC54E233-4F34-4FB3-8F8B-195872A173A0}" destId="{86A2FF9E-FF36-45A4-B58C-B7648B6485E7}" srcOrd="2" destOrd="0" parTransId="{8CE96586-992E-42A4-B3E4-567D89B8D8BC}" sibTransId="{841307E5-DF75-4C9F-9381-F01FA6B4C1A6}"/>
    <dgm:cxn modelId="{B07AACFA-5C76-4E41-BEF8-DC5C725E1199}" type="presParOf" srcId="{47BECE50-FCF2-435B-A2DD-754C9C35C9C6}" destId="{CD8E0F64-EB58-43E3-A508-F2093AC60E5F}" srcOrd="0" destOrd="0" presId="urn:microsoft.com/office/officeart/2018/5/layout/IconLeafLabelList"/>
    <dgm:cxn modelId="{E73427E2-228A-477D-9235-4AC6F8047481}" type="presParOf" srcId="{CD8E0F64-EB58-43E3-A508-F2093AC60E5F}" destId="{152D2EF7-E0A7-4328-9B34-AA8CBF7DB173}" srcOrd="0" destOrd="0" presId="urn:microsoft.com/office/officeart/2018/5/layout/IconLeafLabelList"/>
    <dgm:cxn modelId="{C37220C2-4DC7-431E-9FE5-221A23386202}" type="presParOf" srcId="{CD8E0F64-EB58-43E3-A508-F2093AC60E5F}" destId="{57153748-2745-49EE-BC55-681D13332C0D}" srcOrd="1" destOrd="0" presId="urn:microsoft.com/office/officeart/2018/5/layout/IconLeafLabelList"/>
    <dgm:cxn modelId="{04673007-3820-4C66-8F11-FD414ADC5527}" type="presParOf" srcId="{CD8E0F64-EB58-43E3-A508-F2093AC60E5F}" destId="{FC980FF2-8284-4B17-A00F-0C3003E7C991}" srcOrd="2" destOrd="0" presId="urn:microsoft.com/office/officeart/2018/5/layout/IconLeafLabelList"/>
    <dgm:cxn modelId="{8EB62E75-5ABD-4F3B-A4CF-FE10BB7B7D23}" type="presParOf" srcId="{CD8E0F64-EB58-43E3-A508-F2093AC60E5F}" destId="{454F0BDF-B2A8-41FB-A82B-FEBB870D8E9D}" srcOrd="3" destOrd="0" presId="urn:microsoft.com/office/officeart/2018/5/layout/IconLeafLabelList"/>
    <dgm:cxn modelId="{B42247AF-D0A8-4295-B796-AD33776855A1}" type="presParOf" srcId="{47BECE50-FCF2-435B-A2DD-754C9C35C9C6}" destId="{A9E324EC-ADE8-4F84-9A96-B74594EFFE62}" srcOrd="1" destOrd="0" presId="urn:microsoft.com/office/officeart/2018/5/layout/IconLeafLabelList"/>
    <dgm:cxn modelId="{6C9C0B0F-FDA2-4F0C-AD6D-39C3058F6E29}" type="presParOf" srcId="{47BECE50-FCF2-435B-A2DD-754C9C35C9C6}" destId="{15B6C227-119B-482E-BC3D-AB8C9951EAE0}" srcOrd="2" destOrd="0" presId="urn:microsoft.com/office/officeart/2018/5/layout/IconLeafLabelList"/>
    <dgm:cxn modelId="{D9D9060E-E447-49A1-83AA-5427188C1C3C}" type="presParOf" srcId="{15B6C227-119B-482E-BC3D-AB8C9951EAE0}" destId="{778DD9A2-7C10-4696-A7B8-C3DEC22CF912}" srcOrd="0" destOrd="0" presId="urn:microsoft.com/office/officeart/2018/5/layout/IconLeafLabelList"/>
    <dgm:cxn modelId="{1A0C5759-B069-41CA-BDD9-EE27E0809A5A}" type="presParOf" srcId="{15B6C227-119B-482E-BC3D-AB8C9951EAE0}" destId="{7A2EABD8-6A7C-4474-B07D-C35202AE58B3}" srcOrd="1" destOrd="0" presId="urn:microsoft.com/office/officeart/2018/5/layout/IconLeafLabelList"/>
    <dgm:cxn modelId="{4010C6BA-3380-4E7F-A670-89F77973C863}" type="presParOf" srcId="{15B6C227-119B-482E-BC3D-AB8C9951EAE0}" destId="{F5850683-CA45-4A89-BD8E-A38F424B52A6}" srcOrd="2" destOrd="0" presId="urn:microsoft.com/office/officeart/2018/5/layout/IconLeafLabelList"/>
    <dgm:cxn modelId="{107F909E-37E9-4707-99C5-BDE11A4A4AE4}" type="presParOf" srcId="{15B6C227-119B-482E-BC3D-AB8C9951EAE0}" destId="{FAA02AF3-C449-42A3-B1D8-965D611442CD}" srcOrd="3" destOrd="0" presId="urn:microsoft.com/office/officeart/2018/5/layout/IconLeafLabelList"/>
    <dgm:cxn modelId="{2C5FAAA9-DD8F-464B-8AEE-ECE611FA9C68}" type="presParOf" srcId="{47BECE50-FCF2-435B-A2DD-754C9C35C9C6}" destId="{187A0311-A670-4A0F-8EFC-1C7A22541B53}" srcOrd="3" destOrd="0" presId="urn:microsoft.com/office/officeart/2018/5/layout/IconLeafLabelList"/>
    <dgm:cxn modelId="{08EFF408-9535-4358-8EAC-30B8B2D4152A}" type="presParOf" srcId="{47BECE50-FCF2-435B-A2DD-754C9C35C9C6}" destId="{CCE345CB-7228-401E-97CD-CC9D73DF175B}" srcOrd="4" destOrd="0" presId="urn:microsoft.com/office/officeart/2018/5/layout/IconLeafLabelList"/>
    <dgm:cxn modelId="{9CE3C4FC-7992-42D0-B4A2-4097E35FA5DE}" type="presParOf" srcId="{CCE345CB-7228-401E-97CD-CC9D73DF175B}" destId="{09B1A6CD-5FE2-4BA3-BC6D-5531093440EC}" srcOrd="0" destOrd="0" presId="urn:microsoft.com/office/officeart/2018/5/layout/IconLeafLabelList"/>
    <dgm:cxn modelId="{81AE50CC-1C1F-4DC4-953A-EC615F1E1678}" type="presParOf" srcId="{CCE345CB-7228-401E-97CD-CC9D73DF175B}" destId="{61EC99F3-02C2-47F4-9446-3F65DAA9FFAC}" srcOrd="1" destOrd="0" presId="urn:microsoft.com/office/officeart/2018/5/layout/IconLeafLabelList"/>
    <dgm:cxn modelId="{6C086AFE-1D13-45A1-B4F1-DC6F070CB865}" type="presParOf" srcId="{CCE345CB-7228-401E-97CD-CC9D73DF175B}" destId="{13A356F7-A966-4558-B716-CE2CC7E2C71B}" srcOrd="2" destOrd="0" presId="urn:microsoft.com/office/officeart/2018/5/layout/IconLeafLabelList"/>
    <dgm:cxn modelId="{90FB65CB-F52D-4A4C-95C1-928452246EA9}" type="presParOf" srcId="{CCE345CB-7228-401E-97CD-CC9D73DF175B}" destId="{B4224796-5A4F-4A6E-82CB-50D3BCB7D19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210404-00A5-4626-93EF-FB8C9963FE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778606-8A3E-4FB8-86C3-40CE01FD9CEA}">
      <dgm:prSet/>
      <dgm:spPr/>
      <dgm:t>
        <a:bodyPr/>
        <a:lstStyle/>
        <a:p>
          <a:r>
            <a:rPr lang="en-US"/>
            <a:t>1. Documents are loaded using LangChain (PDFs, Texts, etc.).</a:t>
          </a:r>
        </a:p>
      </dgm:t>
    </dgm:pt>
    <dgm:pt modelId="{EC3C3EFC-D3AB-461B-9A1D-EC78E936AEEC}" type="parTrans" cxnId="{7F608B7D-5A84-4553-A08A-B86567A9568C}">
      <dgm:prSet/>
      <dgm:spPr/>
      <dgm:t>
        <a:bodyPr/>
        <a:lstStyle/>
        <a:p>
          <a:endParaRPr lang="en-US"/>
        </a:p>
      </dgm:t>
    </dgm:pt>
    <dgm:pt modelId="{8050BBF2-D173-4012-A3F0-65CC00D95049}" type="sibTrans" cxnId="{7F608B7D-5A84-4553-A08A-B86567A9568C}">
      <dgm:prSet/>
      <dgm:spPr/>
      <dgm:t>
        <a:bodyPr/>
        <a:lstStyle/>
        <a:p>
          <a:endParaRPr lang="en-US"/>
        </a:p>
      </dgm:t>
    </dgm:pt>
    <dgm:pt modelId="{B4D39958-68CA-49B4-8BEB-B9C68EB423B2}">
      <dgm:prSet/>
      <dgm:spPr/>
      <dgm:t>
        <a:bodyPr/>
        <a:lstStyle/>
        <a:p>
          <a:r>
            <a:rPr lang="en-US"/>
            <a:t>2. Data is split into manageable chunks for efficient embedding.</a:t>
          </a:r>
        </a:p>
      </dgm:t>
    </dgm:pt>
    <dgm:pt modelId="{B70BF4A0-36E9-46FD-82E3-4CCDB428A7A5}" type="parTrans" cxnId="{9DD97CDC-487F-47A0-82AE-CD272D8D0963}">
      <dgm:prSet/>
      <dgm:spPr/>
      <dgm:t>
        <a:bodyPr/>
        <a:lstStyle/>
        <a:p>
          <a:endParaRPr lang="en-US"/>
        </a:p>
      </dgm:t>
    </dgm:pt>
    <dgm:pt modelId="{6608B302-7C40-4AB7-97F8-5E392459C818}" type="sibTrans" cxnId="{9DD97CDC-487F-47A0-82AE-CD272D8D0963}">
      <dgm:prSet/>
      <dgm:spPr/>
      <dgm:t>
        <a:bodyPr/>
        <a:lstStyle/>
        <a:p>
          <a:endParaRPr lang="en-US"/>
        </a:p>
      </dgm:t>
    </dgm:pt>
    <dgm:pt modelId="{23179373-CA59-4BFC-A614-F1FAA645D24E}">
      <dgm:prSet/>
      <dgm:spPr/>
      <dgm:t>
        <a:bodyPr/>
        <a:lstStyle/>
        <a:p>
          <a:r>
            <a:rPr lang="en-US"/>
            <a:t>3. FAISS stores vector embeddings of text using Ollama Embeddings.</a:t>
          </a:r>
        </a:p>
      </dgm:t>
    </dgm:pt>
    <dgm:pt modelId="{CB9E9DC5-8F15-403B-84F1-F2B2CAF2D076}" type="parTrans" cxnId="{BAA389EA-DD32-4392-BD79-A1EB341B9A4F}">
      <dgm:prSet/>
      <dgm:spPr/>
      <dgm:t>
        <a:bodyPr/>
        <a:lstStyle/>
        <a:p>
          <a:endParaRPr lang="en-US"/>
        </a:p>
      </dgm:t>
    </dgm:pt>
    <dgm:pt modelId="{7D15E91E-0CF5-470D-B9C1-264E1B22CB3B}" type="sibTrans" cxnId="{BAA389EA-DD32-4392-BD79-A1EB341B9A4F}">
      <dgm:prSet/>
      <dgm:spPr/>
      <dgm:t>
        <a:bodyPr/>
        <a:lstStyle/>
        <a:p>
          <a:endParaRPr lang="en-US"/>
        </a:p>
      </dgm:t>
    </dgm:pt>
    <dgm:pt modelId="{3B4D5ACC-C96F-4396-8652-AC59DF1037AF}">
      <dgm:prSet/>
      <dgm:spPr/>
      <dgm:t>
        <a:bodyPr/>
        <a:lstStyle/>
        <a:p>
          <a:r>
            <a:rPr lang="en-US"/>
            <a:t>4. Queries are retrieved, and answers are generated using Gemma2:2b.</a:t>
          </a:r>
        </a:p>
      </dgm:t>
    </dgm:pt>
    <dgm:pt modelId="{15CA37B5-B291-4E84-ADB8-53332CA5AF6D}" type="parTrans" cxnId="{DB743A00-01F2-48C8-8315-C23F2E19737A}">
      <dgm:prSet/>
      <dgm:spPr/>
      <dgm:t>
        <a:bodyPr/>
        <a:lstStyle/>
        <a:p>
          <a:endParaRPr lang="en-US"/>
        </a:p>
      </dgm:t>
    </dgm:pt>
    <dgm:pt modelId="{FB2AF37C-72E3-4B59-B0FF-C8AE3F750F97}" type="sibTrans" cxnId="{DB743A00-01F2-48C8-8315-C23F2E19737A}">
      <dgm:prSet/>
      <dgm:spPr/>
      <dgm:t>
        <a:bodyPr/>
        <a:lstStyle/>
        <a:p>
          <a:endParaRPr lang="en-US"/>
        </a:p>
      </dgm:t>
    </dgm:pt>
    <dgm:pt modelId="{EEA8160C-F281-4D79-83BD-0E38660BA9A8}" type="pres">
      <dgm:prSet presAssocID="{E8210404-00A5-4626-93EF-FB8C9963FEE4}" presName="root" presStyleCnt="0">
        <dgm:presLayoutVars>
          <dgm:dir/>
          <dgm:resizeHandles val="exact"/>
        </dgm:presLayoutVars>
      </dgm:prSet>
      <dgm:spPr/>
    </dgm:pt>
    <dgm:pt modelId="{9C67D705-EBF8-4C59-9948-9D26A844294D}" type="pres">
      <dgm:prSet presAssocID="{91778606-8A3E-4FB8-86C3-40CE01FD9CEA}" presName="compNode" presStyleCnt="0"/>
      <dgm:spPr/>
    </dgm:pt>
    <dgm:pt modelId="{258896C3-E9BE-4DDC-979C-350B571E5DF1}" type="pres">
      <dgm:prSet presAssocID="{91778606-8A3E-4FB8-86C3-40CE01FD9C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A70BEBA1-1F6A-4CB9-82E8-C3918A5E7D3F}" type="pres">
      <dgm:prSet presAssocID="{91778606-8A3E-4FB8-86C3-40CE01FD9CEA}" presName="spaceRect" presStyleCnt="0"/>
      <dgm:spPr/>
    </dgm:pt>
    <dgm:pt modelId="{6A04694C-2BCB-4AC4-BEB4-6139BA1FF0BA}" type="pres">
      <dgm:prSet presAssocID="{91778606-8A3E-4FB8-86C3-40CE01FD9CEA}" presName="textRect" presStyleLbl="revTx" presStyleIdx="0" presStyleCnt="4">
        <dgm:presLayoutVars>
          <dgm:chMax val="1"/>
          <dgm:chPref val="1"/>
        </dgm:presLayoutVars>
      </dgm:prSet>
      <dgm:spPr/>
    </dgm:pt>
    <dgm:pt modelId="{BCD8B8C8-C2CE-4C57-B2BE-346DDBD35E96}" type="pres">
      <dgm:prSet presAssocID="{8050BBF2-D173-4012-A3F0-65CC00D95049}" presName="sibTrans" presStyleCnt="0"/>
      <dgm:spPr/>
    </dgm:pt>
    <dgm:pt modelId="{5959DECB-6013-4754-AD3F-A331D2635AD4}" type="pres">
      <dgm:prSet presAssocID="{B4D39958-68CA-49B4-8BEB-B9C68EB423B2}" presName="compNode" presStyleCnt="0"/>
      <dgm:spPr/>
    </dgm:pt>
    <dgm:pt modelId="{D872A34B-41D6-47A0-A425-1D43B7E0C5FB}" type="pres">
      <dgm:prSet presAssocID="{B4D39958-68CA-49B4-8BEB-B9C68EB423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2F3BB31-CA93-4D3F-82B0-81DB426C76B8}" type="pres">
      <dgm:prSet presAssocID="{B4D39958-68CA-49B4-8BEB-B9C68EB423B2}" presName="spaceRect" presStyleCnt="0"/>
      <dgm:spPr/>
    </dgm:pt>
    <dgm:pt modelId="{AB52339A-65AA-4171-9A3D-258F94FBFD3D}" type="pres">
      <dgm:prSet presAssocID="{B4D39958-68CA-49B4-8BEB-B9C68EB423B2}" presName="textRect" presStyleLbl="revTx" presStyleIdx="1" presStyleCnt="4">
        <dgm:presLayoutVars>
          <dgm:chMax val="1"/>
          <dgm:chPref val="1"/>
        </dgm:presLayoutVars>
      </dgm:prSet>
      <dgm:spPr/>
    </dgm:pt>
    <dgm:pt modelId="{1C968DB3-87A5-4211-A893-551DC9F35D53}" type="pres">
      <dgm:prSet presAssocID="{6608B302-7C40-4AB7-97F8-5E392459C818}" presName="sibTrans" presStyleCnt="0"/>
      <dgm:spPr/>
    </dgm:pt>
    <dgm:pt modelId="{19A337B5-7D67-4D43-84CD-7D9703FA44F2}" type="pres">
      <dgm:prSet presAssocID="{23179373-CA59-4BFC-A614-F1FAA645D24E}" presName="compNode" presStyleCnt="0"/>
      <dgm:spPr/>
    </dgm:pt>
    <dgm:pt modelId="{0B52E655-FDD8-4308-AFE8-D03FC062862E}" type="pres">
      <dgm:prSet presAssocID="{23179373-CA59-4BFC-A614-F1FAA645D2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1706A125-17AD-44E1-8882-6CF9A4EA4F7C}" type="pres">
      <dgm:prSet presAssocID="{23179373-CA59-4BFC-A614-F1FAA645D24E}" presName="spaceRect" presStyleCnt="0"/>
      <dgm:spPr/>
    </dgm:pt>
    <dgm:pt modelId="{A9B644B8-7B51-468B-B8C3-7BD67A17FB48}" type="pres">
      <dgm:prSet presAssocID="{23179373-CA59-4BFC-A614-F1FAA645D24E}" presName="textRect" presStyleLbl="revTx" presStyleIdx="2" presStyleCnt="4">
        <dgm:presLayoutVars>
          <dgm:chMax val="1"/>
          <dgm:chPref val="1"/>
        </dgm:presLayoutVars>
      </dgm:prSet>
      <dgm:spPr/>
    </dgm:pt>
    <dgm:pt modelId="{41D53172-4565-4D2D-9D9A-F10CD80755DC}" type="pres">
      <dgm:prSet presAssocID="{7D15E91E-0CF5-470D-B9C1-264E1B22CB3B}" presName="sibTrans" presStyleCnt="0"/>
      <dgm:spPr/>
    </dgm:pt>
    <dgm:pt modelId="{83706950-2B91-44F3-A8AD-3057CA28C45F}" type="pres">
      <dgm:prSet presAssocID="{3B4D5ACC-C96F-4396-8652-AC59DF1037AF}" presName="compNode" presStyleCnt="0"/>
      <dgm:spPr/>
    </dgm:pt>
    <dgm:pt modelId="{9A0A2F8D-0AB0-4EAA-87C3-C7C96170DD9D}" type="pres">
      <dgm:prSet presAssocID="{3B4D5ACC-C96F-4396-8652-AC59DF1037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5F4E53C-A2C3-4385-8C38-C1453FE82011}" type="pres">
      <dgm:prSet presAssocID="{3B4D5ACC-C96F-4396-8652-AC59DF1037AF}" presName="spaceRect" presStyleCnt="0"/>
      <dgm:spPr/>
    </dgm:pt>
    <dgm:pt modelId="{177F300F-B133-43CE-AB4C-DD34DA16D35E}" type="pres">
      <dgm:prSet presAssocID="{3B4D5ACC-C96F-4396-8652-AC59DF1037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743A00-01F2-48C8-8315-C23F2E19737A}" srcId="{E8210404-00A5-4626-93EF-FB8C9963FEE4}" destId="{3B4D5ACC-C96F-4396-8652-AC59DF1037AF}" srcOrd="3" destOrd="0" parTransId="{15CA37B5-B291-4E84-ADB8-53332CA5AF6D}" sibTransId="{FB2AF37C-72E3-4B59-B0FF-C8AE3F750F97}"/>
    <dgm:cxn modelId="{BD265B6A-3C42-4FEA-B4B9-FFDEE3ADE611}" type="presOf" srcId="{B4D39958-68CA-49B4-8BEB-B9C68EB423B2}" destId="{AB52339A-65AA-4171-9A3D-258F94FBFD3D}" srcOrd="0" destOrd="0" presId="urn:microsoft.com/office/officeart/2018/2/layout/IconLabelList"/>
    <dgm:cxn modelId="{7F608B7D-5A84-4553-A08A-B86567A9568C}" srcId="{E8210404-00A5-4626-93EF-FB8C9963FEE4}" destId="{91778606-8A3E-4FB8-86C3-40CE01FD9CEA}" srcOrd="0" destOrd="0" parTransId="{EC3C3EFC-D3AB-461B-9A1D-EC78E936AEEC}" sibTransId="{8050BBF2-D173-4012-A3F0-65CC00D95049}"/>
    <dgm:cxn modelId="{C677F39B-62B5-470E-9553-560A757267C4}" type="presOf" srcId="{91778606-8A3E-4FB8-86C3-40CE01FD9CEA}" destId="{6A04694C-2BCB-4AC4-BEB4-6139BA1FF0BA}" srcOrd="0" destOrd="0" presId="urn:microsoft.com/office/officeart/2018/2/layout/IconLabelList"/>
    <dgm:cxn modelId="{ED3047A6-88F5-4E9E-935C-8DCCD8CE31AB}" type="presOf" srcId="{23179373-CA59-4BFC-A614-F1FAA645D24E}" destId="{A9B644B8-7B51-468B-B8C3-7BD67A17FB48}" srcOrd="0" destOrd="0" presId="urn:microsoft.com/office/officeart/2018/2/layout/IconLabelList"/>
    <dgm:cxn modelId="{A15C18AC-D8B1-4FBF-AB5E-0EC0FF225881}" type="presOf" srcId="{E8210404-00A5-4626-93EF-FB8C9963FEE4}" destId="{EEA8160C-F281-4D79-83BD-0E38660BA9A8}" srcOrd="0" destOrd="0" presId="urn:microsoft.com/office/officeart/2018/2/layout/IconLabelList"/>
    <dgm:cxn modelId="{677698CD-63B3-4D54-8FFC-1897DD47303F}" type="presOf" srcId="{3B4D5ACC-C96F-4396-8652-AC59DF1037AF}" destId="{177F300F-B133-43CE-AB4C-DD34DA16D35E}" srcOrd="0" destOrd="0" presId="urn:microsoft.com/office/officeart/2018/2/layout/IconLabelList"/>
    <dgm:cxn modelId="{9DD97CDC-487F-47A0-82AE-CD272D8D0963}" srcId="{E8210404-00A5-4626-93EF-FB8C9963FEE4}" destId="{B4D39958-68CA-49B4-8BEB-B9C68EB423B2}" srcOrd="1" destOrd="0" parTransId="{B70BF4A0-36E9-46FD-82E3-4CCDB428A7A5}" sibTransId="{6608B302-7C40-4AB7-97F8-5E392459C818}"/>
    <dgm:cxn modelId="{BAA389EA-DD32-4392-BD79-A1EB341B9A4F}" srcId="{E8210404-00A5-4626-93EF-FB8C9963FEE4}" destId="{23179373-CA59-4BFC-A614-F1FAA645D24E}" srcOrd="2" destOrd="0" parTransId="{CB9E9DC5-8F15-403B-84F1-F2B2CAF2D076}" sibTransId="{7D15E91E-0CF5-470D-B9C1-264E1B22CB3B}"/>
    <dgm:cxn modelId="{E2E6952D-3C81-4697-9FFC-4D78D007B7EF}" type="presParOf" srcId="{EEA8160C-F281-4D79-83BD-0E38660BA9A8}" destId="{9C67D705-EBF8-4C59-9948-9D26A844294D}" srcOrd="0" destOrd="0" presId="urn:microsoft.com/office/officeart/2018/2/layout/IconLabelList"/>
    <dgm:cxn modelId="{6038699C-A9C9-4AC1-B2DA-9AB82D7E5BB4}" type="presParOf" srcId="{9C67D705-EBF8-4C59-9948-9D26A844294D}" destId="{258896C3-E9BE-4DDC-979C-350B571E5DF1}" srcOrd="0" destOrd="0" presId="urn:microsoft.com/office/officeart/2018/2/layout/IconLabelList"/>
    <dgm:cxn modelId="{A03D7792-7FEF-42C1-9D20-19B9CCDA2DB8}" type="presParOf" srcId="{9C67D705-EBF8-4C59-9948-9D26A844294D}" destId="{A70BEBA1-1F6A-4CB9-82E8-C3918A5E7D3F}" srcOrd="1" destOrd="0" presId="urn:microsoft.com/office/officeart/2018/2/layout/IconLabelList"/>
    <dgm:cxn modelId="{C4E9E517-1BB1-4E29-A14A-5ED69869C18A}" type="presParOf" srcId="{9C67D705-EBF8-4C59-9948-9D26A844294D}" destId="{6A04694C-2BCB-4AC4-BEB4-6139BA1FF0BA}" srcOrd="2" destOrd="0" presId="urn:microsoft.com/office/officeart/2018/2/layout/IconLabelList"/>
    <dgm:cxn modelId="{7FD370D9-FCAA-4E2A-8700-51A7D782A167}" type="presParOf" srcId="{EEA8160C-F281-4D79-83BD-0E38660BA9A8}" destId="{BCD8B8C8-C2CE-4C57-B2BE-346DDBD35E96}" srcOrd="1" destOrd="0" presId="urn:microsoft.com/office/officeart/2018/2/layout/IconLabelList"/>
    <dgm:cxn modelId="{ECDC6839-5896-4179-8A52-D62DBDF1FCD7}" type="presParOf" srcId="{EEA8160C-F281-4D79-83BD-0E38660BA9A8}" destId="{5959DECB-6013-4754-AD3F-A331D2635AD4}" srcOrd="2" destOrd="0" presId="urn:microsoft.com/office/officeart/2018/2/layout/IconLabelList"/>
    <dgm:cxn modelId="{3C939417-BC1F-4130-AFC4-CA74AB6F0B04}" type="presParOf" srcId="{5959DECB-6013-4754-AD3F-A331D2635AD4}" destId="{D872A34B-41D6-47A0-A425-1D43B7E0C5FB}" srcOrd="0" destOrd="0" presId="urn:microsoft.com/office/officeart/2018/2/layout/IconLabelList"/>
    <dgm:cxn modelId="{ED134CF7-1308-4FE4-901E-2D74383D90C6}" type="presParOf" srcId="{5959DECB-6013-4754-AD3F-A331D2635AD4}" destId="{B2F3BB31-CA93-4D3F-82B0-81DB426C76B8}" srcOrd="1" destOrd="0" presId="urn:microsoft.com/office/officeart/2018/2/layout/IconLabelList"/>
    <dgm:cxn modelId="{D7DA6361-A80B-4DE9-8A4D-530AC316F279}" type="presParOf" srcId="{5959DECB-6013-4754-AD3F-A331D2635AD4}" destId="{AB52339A-65AA-4171-9A3D-258F94FBFD3D}" srcOrd="2" destOrd="0" presId="urn:microsoft.com/office/officeart/2018/2/layout/IconLabelList"/>
    <dgm:cxn modelId="{BCED9DE1-3F1E-4BA6-AA26-73E09FEFBC6E}" type="presParOf" srcId="{EEA8160C-F281-4D79-83BD-0E38660BA9A8}" destId="{1C968DB3-87A5-4211-A893-551DC9F35D53}" srcOrd="3" destOrd="0" presId="urn:microsoft.com/office/officeart/2018/2/layout/IconLabelList"/>
    <dgm:cxn modelId="{CF0807AD-1236-4786-8AEC-F4D505F78174}" type="presParOf" srcId="{EEA8160C-F281-4D79-83BD-0E38660BA9A8}" destId="{19A337B5-7D67-4D43-84CD-7D9703FA44F2}" srcOrd="4" destOrd="0" presId="urn:microsoft.com/office/officeart/2018/2/layout/IconLabelList"/>
    <dgm:cxn modelId="{B34E0D6C-A003-47B3-A393-46CC903A7C96}" type="presParOf" srcId="{19A337B5-7D67-4D43-84CD-7D9703FA44F2}" destId="{0B52E655-FDD8-4308-AFE8-D03FC062862E}" srcOrd="0" destOrd="0" presId="urn:microsoft.com/office/officeart/2018/2/layout/IconLabelList"/>
    <dgm:cxn modelId="{4A3F9991-C00D-4242-981B-72EC35F2BB06}" type="presParOf" srcId="{19A337B5-7D67-4D43-84CD-7D9703FA44F2}" destId="{1706A125-17AD-44E1-8882-6CF9A4EA4F7C}" srcOrd="1" destOrd="0" presId="urn:microsoft.com/office/officeart/2018/2/layout/IconLabelList"/>
    <dgm:cxn modelId="{1B1F80C5-C5BC-4DE8-8B5C-ACF973C7A67C}" type="presParOf" srcId="{19A337B5-7D67-4D43-84CD-7D9703FA44F2}" destId="{A9B644B8-7B51-468B-B8C3-7BD67A17FB48}" srcOrd="2" destOrd="0" presId="urn:microsoft.com/office/officeart/2018/2/layout/IconLabelList"/>
    <dgm:cxn modelId="{05C4B371-7E6B-43B4-8AB8-A5CA91FA6F96}" type="presParOf" srcId="{EEA8160C-F281-4D79-83BD-0E38660BA9A8}" destId="{41D53172-4565-4D2D-9D9A-F10CD80755DC}" srcOrd="5" destOrd="0" presId="urn:microsoft.com/office/officeart/2018/2/layout/IconLabelList"/>
    <dgm:cxn modelId="{248C1551-0B5E-4F4D-ABA5-BE55A4DB0430}" type="presParOf" srcId="{EEA8160C-F281-4D79-83BD-0E38660BA9A8}" destId="{83706950-2B91-44F3-A8AD-3057CA28C45F}" srcOrd="6" destOrd="0" presId="urn:microsoft.com/office/officeart/2018/2/layout/IconLabelList"/>
    <dgm:cxn modelId="{978D1771-5231-49C6-831F-22CF447D10A5}" type="presParOf" srcId="{83706950-2B91-44F3-A8AD-3057CA28C45F}" destId="{9A0A2F8D-0AB0-4EAA-87C3-C7C96170DD9D}" srcOrd="0" destOrd="0" presId="urn:microsoft.com/office/officeart/2018/2/layout/IconLabelList"/>
    <dgm:cxn modelId="{E26FB6B7-76B6-48B8-9C94-567834FE54CE}" type="presParOf" srcId="{83706950-2B91-44F3-A8AD-3057CA28C45F}" destId="{25F4E53C-A2C3-4385-8C38-C1453FE82011}" srcOrd="1" destOrd="0" presId="urn:microsoft.com/office/officeart/2018/2/layout/IconLabelList"/>
    <dgm:cxn modelId="{7244A61B-FABE-4B03-9099-146E782DA9DF}" type="presParOf" srcId="{83706950-2B91-44F3-A8AD-3057CA28C45F}" destId="{177F300F-B133-43CE-AB4C-DD34DA16D3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B9514-E517-492F-9D32-6CEF30501966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Universities manage vast amounts of knowledge stored across PDFs, text files, and documents.</a:t>
          </a:r>
        </a:p>
      </dsp:txBody>
      <dsp:txXfrm>
        <a:off x="32418" y="32418"/>
        <a:ext cx="5772143" cy="1041985"/>
      </dsp:txXfrm>
    </dsp:sp>
    <dsp:sp modelId="{63EBD0D1-48FB-410B-89C8-3032A1EB0130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Retrieving information quickly for students and faculty is challenging.</a:t>
          </a:r>
        </a:p>
      </dsp:txBody>
      <dsp:txXfrm>
        <a:off x="647108" y="1323709"/>
        <a:ext cx="5567530" cy="1041985"/>
      </dsp:txXfrm>
    </dsp:sp>
    <dsp:sp modelId="{C0130A63-C7D5-4F66-BC77-1EDAA2DE800D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Lack of efficient tools leads to wasted time and productivity.</a:t>
          </a:r>
        </a:p>
      </dsp:txBody>
      <dsp:txXfrm>
        <a:off x="1261798" y="2615001"/>
        <a:ext cx="5567530" cy="1041985"/>
      </dsp:txXfrm>
    </dsp:sp>
    <dsp:sp modelId="{920B2AD1-EE6F-4285-B24A-C0B0765A9BC5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1743130D-AB48-4B01-857D-21A9CD6C91B6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D2EF7-E0A7-4328-9B34-AA8CBF7DB173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53748-2745-49EE-BC55-681D13332C0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F0BDF-B2A8-41FB-A82B-FEBB870D8E9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1. RAG combines retrieval of relevant data with generative models for precise answers.</a:t>
          </a:r>
        </a:p>
      </dsp:txBody>
      <dsp:txXfrm>
        <a:off x="46529" y="2703902"/>
        <a:ext cx="2418750" cy="720000"/>
      </dsp:txXfrm>
    </dsp:sp>
    <dsp:sp modelId="{778DD9A2-7C10-4696-A7B8-C3DEC22CF912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EABD8-6A7C-4474-B07D-C35202AE58B3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02AF3-C449-42A3-B1D8-965D611442C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2. Provides quick, context-based responses to queries.</a:t>
          </a:r>
        </a:p>
      </dsp:txBody>
      <dsp:txXfrm>
        <a:off x="2888560" y="2703902"/>
        <a:ext cx="2418750" cy="720000"/>
      </dsp:txXfrm>
    </dsp:sp>
    <dsp:sp modelId="{09B1A6CD-5FE2-4BA3-BC6D-5531093440EC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EC99F3-02C2-47F4-9446-3F65DAA9FFA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24796-5A4F-4A6E-82CB-50D3BCB7D19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3. Reduces manual search efforts for students and professors.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896C3-E9BE-4DDC-979C-350B571E5DF1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4694C-2BCB-4AC4-BEB4-6139BA1FF0BA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Documents are loaded using LangChain (PDFs, Texts, etc.).</a:t>
          </a:r>
        </a:p>
      </dsp:txBody>
      <dsp:txXfrm>
        <a:off x="2092" y="2349886"/>
        <a:ext cx="1741992" cy="696796"/>
      </dsp:txXfrm>
    </dsp:sp>
    <dsp:sp modelId="{D872A34B-41D6-47A0-A425-1D43B7E0C5FB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2339A-65AA-4171-9A3D-258F94FBFD3D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Data is split into manageable chunks for efficient embedding.</a:t>
          </a:r>
        </a:p>
      </dsp:txBody>
      <dsp:txXfrm>
        <a:off x="2048933" y="2349886"/>
        <a:ext cx="1741992" cy="696796"/>
      </dsp:txXfrm>
    </dsp:sp>
    <dsp:sp modelId="{0B52E655-FDD8-4308-AFE8-D03FC062862E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644B8-7B51-468B-B8C3-7BD67A17FB48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FAISS stores vector embeddings of text using Ollama Embeddings.</a:t>
          </a:r>
        </a:p>
      </dsp:txBody>
      <dsp:txXfrm>
        <a:off x="4095774" y="2349886"/>
        <a:ext cx="1741992" cy="696796"/>
      </dsp:txXfrm>
    </dsp:sp>
    <dsp:sp modelId="{9A0A2F8D-0AB0-4EAA-87C3-C7C96170DD9D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F300F-B133-43CE-AB4C-DD34DA16D35E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Queries are retrieved, and answers are generated using Gemma2:2b.</a:t>
          </a:r>
        </a:p>
      </dsp:txBody>
      <dsp:txXfrm>
        <a:off x="6142615" y="2349886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IN"/>
              <a:t>Retrieval-Augmented Generation for Universities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/>
            <a:r>
              <a:rPr lang="en-US"/>
              <a:t>An AI-Powered Solution for Knowledge Management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graphicFrame>
        <p:nvGraphicFramePr>
          <p:cNvPr id="22" name="TextBox 3">
            <a:extLst>
              <a:ext uri="{FF2B5EF4-FFF2-40B4-BE49-F238E27FC236}">
                <a16:creationId xmlns:a16="http://schemas.microsoft.com/office/drawing/2014/main" id="{4FFED28E-384C-9DE3-5C74-8BE0371076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1369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2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/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Do We Need RAG?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E11CF79-4938-E56A-5AFF-976A686412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95546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Workflow Diagram</a:t>
            </a:r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BD36C5-C416-AC3E-1CA6-D6F60B0DC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60" y="625684"/>
            <a:ext cx="4200641" cy="5455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defRPr sz="3200" b="1"/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Workflow Explanation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C70C3C7-97BC-5B24-1960-5D8D53B9C0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981500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LangChain Integration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angChain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075043"/>
            <a:ext cx="5410962" cy="4680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/>
            </a:pP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of Our RAG Solution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1. Fast retrieval of context-based answers.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2. Scalable for large document sets.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3. Saves time for research and study.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4. Integrates easily with modern LLMs.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0EEE9B-BAB1-CC74-4F65-EC866241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662079"/>
            <a:ext cx="5177790" cy="3533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4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/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Our RAG application for universities simplifies knowledge management.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It reduces time spent searching for information and provides precise, AI-generated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212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Retrieval-Augmented Generation for Universities</vt:lpstr>
      <vt:lpstr> Problem Statement</vt:lpstr>
      <vt:lpstr> Why Do We Need RAG?</vt:lpstr>
      <vt:lpstr>Workflow Diagram </vt:lpstr>
      <vt:lpstr> Code Workflow Explanation</vt:lpstr>
      <vt:lpstr> LangChain Integration</vt:lpstr>
      <vt:lpstr> Benefits of Our RAG Solution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Mandar Kulkarni</dc:creator>
  <cp:keywords/>
  <dc:description>generated using python-pptx</dc:description>
  <cp:lastModifiedBy>Mandar Kulkarni</cp:lastModifiedBy>
  <cp:revision>2</cp:revision>
  <dcterms:created xsi:type="dcterms:W3CDTF">2013-01-27T09:14:16Z</dcterms:created>
  <dcterms:modified xsi:type="dcterms:W3CDTF">2024-12-16T18:38:26Z</dcterms:modified>
  <cp:category/>
</cp:coreProperties>
</file>